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4" r:id="rId5"/>
    <p:sldId id="302" r:id="rId6"/>
    <p:sldId id="303" r:id="rId7"/>
    <p:sldId id="291" r:id="rId8"/>
    <p:sldId id="296" r:id="rId9"/>
    <p:sldId id="293" r:id="rId10"/>
    <p:sldId id="294" r:id="rId11"/>
    <p:sldId id="299" r:id="rId12"/>
    <p:sldId id="300" r:id="rId13"/>
    <p:sldId id="301" r:id="rId14"/>
    <p:sldId id="290" r:id="rId15"/>
    <p:sldId id="297"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79" d="100"/>
          <a:sy n="79" d="100"/>
        </p:scale>
        <p:origin x="1210"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09/03/2026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09/03/2026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Terminal + ‘</a:t>
            </a:r>
            <a:r>
              <a:rPr lang="en-US" kern="0" dirty="0" err="1">
                <a:solidFill>
                  <a:sysClr val="windowText" lastClr="000000"/>
                </a:solidFill>
                <a:sym typeface="Wingdings" pitchFamily="2" charset="2"/>
              </a:rPr>
              <a:t>uv</a:t>
            </a:r>
            <a:r>
              <a:rPr lang="en-US" kern="0">
                <a:solidFill>
                  <a:sysClr val="windowText" lastClr="000000"/>
                </a:solidFill>
                <a:sym typeface="Wingdings" pitchFamily="2" charset="2"/>
              </a:rPr>
              <a:t> sync’</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808</TotalTime>
  <Words>1210</Words>
  <Application>Microsoft Office PowerPoint</Application>
  <PresentationFormat>Panorámica</PresentationFormat>
  <Paragraphs>229</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13</cp:revision>
  <dcterms:created xsi:type="dcterms:W3CDTF">2025-01-27T02:46:57Z</dcterms:created>
  <dcterms:modified xsi:type="dcterms:W3CDTF">2026-03-09T21:59:41Z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